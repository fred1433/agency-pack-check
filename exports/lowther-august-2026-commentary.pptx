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Draft: Draft B, written for the snapshot with the approved accrual (run 2 of 10, claude-sonnet-5, 2026-09-28).
Figures fingerprint e07356b8a0bce5fe.
Evidence, by sentence:
[1] £200,000 = Revenue, August 2026; report section total; source xero_pl_2026-08.json; metric revenue.month.actual | £10,000 = Revenue, August 2026, difference against budget; actual minus budget; source xero_pl_2026-08.json, xero_budget.json; metric revenue.month.vs_budget | 5.3% = Revenue, August 2026, % change against budget; (actual - budget) / budget; source xero_pl_2026-08.json, xero_budget.json; metric revenue.month.vs_budget_pct | £30,000 = Revenue, August 2026, difference against prior year; actual minus prior year; source xero_pl_2026-08.json, xero_pl_2025-08.json; metric revenue.month.vs_py | 17.6% = Revenue, August 2026, % change against prior year; (actual - prior year) / prior year; source xero_pl_2026-08.json, xero_pl_2025-08.json; metric revenue.month.vs_py_pct | £68,000 = Gross profit, August 2026; revenue £200,000 - direct costs £132,000; source xero_pl_2026-08.json, approved adjustment accrual-aug-payroll; metric gross_profit.month.actual | £4,200 = Gross profit, August 2026, difference against budget; actual minus budget; source approved adjustment accrual-aug-payroll, xero_pl_2026-08.json, xero_budget.json; metric gross_profit.month.vs_budget | 5.8% = Gross profit, August 2026, % change against budget; (actual - budget) / budget; source approved adjustment accrual-aug-payroll, xero_pl_2026-08.json, xero_budget.json; metric gross_profit.month.vs_budget_pct | 34.0% = Gross margin, August 2026; gross profit £68,000 / revenue £200,000; source xero_pl_2026-08.json, approved adjustment accrual-aug-payroll; metric gross_margin.month.actual | 4.0 percentage points = Gross margin, August 2026, difference against budget; actual margin minus budget margin, unrounded; source approved adjustment accrual-aug-payroll, xero_pl_2026-08.json, xero_budget.json; metric gross_margin.month.vs_budget_pp
[2] £17,500 = Operating profit, August 2026; gross profit £68,000 - overheads £50,500; source xero_pl_2026-08.json, approved adjustment accrual-aug-payroll; metric operating_profit.month.actual | £2,700 = Operating profit, August 2026, difference against budget; actual minus budget; source approved adjustment accrual-aug-payroll, xero_pl_2026-08.json, xero_budget.json; metric operating_profit.month.vs_budget | 13.4% = Operating profit, August 2026, % change against budget; (actual - budget) / budget; source approved adjustment accrual-aug-payroll, xero_pl_2026-08.json, xero_budget.json; metric operating_profit.month.vs_budget_pct | £250 = Operating profit, August 2026, difference against prior year; actual minus prior year; source approved adjustment accrual-aug-payroll, xero_pl_2026-08.json, xero_pl_2025-08.json; metric operating_profit.month.vs_py | 1.4% = Operating profit, August 2026, % change against prior year; (actual - prior year) / prior year; source approved adjustment accrual-aug-payroll, xero_pl_2026-08.json, xero_pl_2025-08.json; metric operating_profit.month.vs_py_pct
[3] £960,000 = Revenue, year to date, 1 April to 31 August 2026; report section total; source xero_pl_ytd_2026-04_2026-08.json; metric revenue.ytd.actual | £10,000 = Revenue, year to date, 1 April to 31 August 2026, difference against budget; actual minus budget; source xero_pl_ytd_2026-04_2026-08.json, xero_budget.json; metric revenue.ytd.vs_budget | 1.1% = Revenue, year to date, 1 April to 31 August 2026, % change against budget; (actual - budget) / budget; source xero_pl_ytd_2026-04_2026-08.json, xero_budget.json; metric revenue.ytd.vs_budget_pct | £115,000 = Revenue, year to date, 1 April to 31 August 2026, difference against prior year; actual minus prior year; source xero_pl_ytd_2026-04_2026-08.json, xero_pl_ytd_2025-04_2025-08.json; metric revenue.ytd.vs_py | 13.6% = Revenue, year to date, 1 April to 31 August 2026, % change against prior year; (actual - prior year) / prior year; source xero_pl_ytd_2026-04_2026-08.json, xero_pl_ytd_2025-04_2025-08.json; metric revenue.ytd.vs_py_pct | £111,000 = Operating profit, year to date, 1 April to 31 August 2026; gross profit £365,000 - overheads £254,000; source xero_pl_ytd_2026-04_2026-08.json, approved adjustment accrual-aug-payroll; metric operating_profit.ytd.actual | £10,000 = Operating profit, year to date, 1 April to 31 August 2026, difference against budget; actual minus budget; source approved adjustment accrual-aug-payroll, xero_pl_ytd_2026-04_2026-08.json, xero_budget.json; metric operating_profit.ytd.vs_budget | 9.9% = Operating profit, year to date, 1 April to 31 August 2026, % change against budget; (actual - budget) / budget; source approved adjustment accrual-aug-payroll, xero_pl_ytd_2026-04_2026-08.json, xero_budget.json; metric operating_profit.ytd.vs_budget_pct | £34,125 = Operating profit, year to date, 1 April to 31 August 2026, difference against prior year; actual minus prior year; source approved adjustment accrual-aug-payroll, xero_pl_ytd_2026-04_2026-08.json, xero_pl_ytd_2025-04_2025-08.json; metric operating_profit.ytd.vs_py | 44.4% = Operating profit, year to date, 1 April to 31 August 2026, % change against prior year; (actual - prior year) / prior year; source approved adjustment accrual-aug-payroll, xero_pl_ytd_2026-04_2026-08.json, xero_pl_ytd_2025-04_2025-08.json; metric operating_profit.ytd.vs_py_pct
[4] 31.0% = Orchard Lane Foods: share of agency revenue, August 2026; client revenue / agency revenue; source xero_pl_by_client_2026-08.json, xero_pl_2026-08.json; metric client.orchard-lane.share.month.actual | £62,000 = Orchard Lane Foods: revenue, August 2026; Income, Client column; source xero_pl_by_client_2026-08.json; metric client.orchard-lane.revenue.month.actual | £4,333 = Orchard Lane Foods: revenue, August 2026 against its May to July average, difference; August minus three-month average; source xero_pl_by_client_2026-08.json; metric client.orchard-lane.revenue.month.vs_avg3m | 7.5% = Orchard Lane Foods: revenue, August 2026 against its May to July average, % change; (August - average) / average; source xero_pl_by_client_2026-08.json; metric client.orchard-lane.revenue.month.vs_avg3m_pct
[5] £18,000 = Marlow &amp; Finch: revenue, August 2026; Income, Client column; source xero_pl_by_client_2026-08.json; metric client.marlow-finch.revenue.month.actual | £12,000 = Marlow &amp; Finch: revenue, August 2026 against its May to July average, difference; August minus three-month average; source xero_pl_by_client_2026-08.json; metric client.marlow-finch.revenue.month.vs_avg3m | 40.0% = Marlow &amp; Finch: revenue, August 2026 against its May to July average, % change; (August - average) / average; source xero_pl_by_client_2026-08.json; metric client.marlow-finch.revenue.month.vs_avg3m_pct | 14.4% = Marlow &amp; Finch: share of agency revenue, year to date; client revenue / agency revenue; source xero_pl_by_client_ytd_2026.json, xero_pl_ytd_2026-04_2026-08.json; metric client.marlow-finch.share.ytd.actual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Lowther Studio Ltd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 commentary, August 2026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1064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for August came in at £200,000, above budget by £10,000 (5.3%) and up on last year by £30,000 (17.6%), while gross profit of £68,000 was below budget by £4,200 (5.8%) as gross margin slipped to 34.0%, down 4.0 percentage points against budget.</a:t>
            </a:r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Operating profit for August was £17,500, below budget by £2,700 (13.4%) and slightly down on last year by £250 (1.4%).</a:t>
            </a:r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20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to date the picture is stronger, with revenue of £960,000 above budget by £10,000 (1.1%) and up on last year by £115,000 (13.6%), and operating profit of £111,000 above budget by £10,000 (9.9%) and up on last year by £34,125 (44.4%).</a:t>
            </a:r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20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clients, Orchard Lane Foods remained the largest account at 31.0% of August revenue, with its month's revenue of £62,000 above its May to July average by £4,333 (7.5%).</a:t>
            </a:r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Marlow &amp; Finch's August revenue of £18,000 was notably below its May to July average by £12,000 (40.0%), and its share of year-to-date revenue at 14.4% is worth watching alongside the other client movements this month.</a:t>
            </a:r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2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1106424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1691640"/>
                <a:gridCol w="1691640"/>
                <a:gridCol w="1920240"/>
                <a:gridCol w="19202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to 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Budget, year to 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£200,000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£190,000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£960,000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£950,000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profit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£68,000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£72,200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£63,750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£365,000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£361,000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margin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£50,500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£52,000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£46,000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£254,000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£260,000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profit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£20,200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£17,750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£111,000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£101,000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Fictional agency, synthetic data. Prototype layout, not your master template. Released by Reviewer (demo), 3 September 2026, 10:00 UTC, text dccd28984bd499a9.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Lowther Studio Ltd (fictional): management commentary, August 2026</dc:title>
  <dc:subject>PptxGenJS Presentation</dc:subject>
  <dc:creator>PptxGenJS</dc:creator>
  <cp:lastModifiedBy>PptxGenJS</cp:lastModifiedBy>
  <cp:revision>1</cp:revision>
  <dcterms:created xsi:type="dcterms:W3CDTF">2026-09-28T14:11:54Z</dcterms:created>
  <dcterms:modified xsi:type="dcterms:W3CDTF">2026-09-28T14:11:54Z</dcterms:modified>
</cp:coreProperties>
</file>