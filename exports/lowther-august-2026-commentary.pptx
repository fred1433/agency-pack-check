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Draft: Draft B, written for the snapshot with the approved accrual (run 2 of 10, claude-sonnet-5, 2026-09-28).
Evidence for each figure:
[1] £200,000: Revenue, August 2026. report section total. Source: xero_pl_2026-08.json. Metric revenue.month.actual, snapshot c952e4151e561d66.
[2] £10,000: Revenue, August 2026, difference against budget. actual minus budget. Source: xero_pl_2026-08.json; xero_budget.json. Metric revenue.month.vs_budget, snapshot c952e4151e561d66.
[3] 5.3%: Revenue, August 2026, % change against budget. (actual - budget) / budget. Source: xero_pl_2026-08.json; xero_budget.json. Metric revenue.month.vs_budget_pct, snapshot c952e4151e561d66.
[4] £30,000: Revenue, August 2026, difference against prior year. actual minus prior year. Source: xero_pl_2026-08.json; xero_pl_2025-08.json. Metric revenue.month.vs_py, snapshot c952e4151e561d66.
[5] 17.6%: Revenue, August 2026, % change against prior year. (actual - prior year) / prior year. Source: xero_pl_2026-08.json; xero_pl_2025-08.json. Metric revenue.month.vs_py_pct, snapshot c952e4151e561d66.
[6] £68,000: Gross profit, August 2026. revenue £200,000 - direct costs £132,000. Source: xero_pl_2026-08.json; approved adjustment accrual-aug-payroll. Metric gross_profit.month.actual, snapshot c952e4151e561d66.
[7] £4,200: Gross profit, August 2026, difference against budget. actual minus budget. Source: approved adjustment accrual-aug-payroll; xero_pl_2026-08.json; xero_budget.json. Metric gross_profit.month.vs_budget, snapshot c952e4151e561d66.
[8] 5.8%: Gross profit, August 2026, % change against budget. (actual - budget) / budget. Source: approved adjustment accrual-aug-payroll; xero_pl_2026-08.json; xero_budget.json. Metric gross_profit.month.vs_budget_pct, snapshot c952e4151e561d66.
[9] 34.0%: Gross margin, August 2026. gross profit £68,000 / revenue £200,000. Source: xero_pl_2026-08.json; approved adjustment accrual-aug-payroll. Metric gross_margin.month.actual, snapshot c952e4151e561d66.
[10] 4.0 percentage points: Gross margin, August 2026, difference against budget. actual margin minus budget margin, unrounded. Source: approved adjustment accrual-aug-payroll; xero_pl_2026-08.json; xero_budget.json. Metric gross_margin.month.vs_budget_pp, snapshot c952e4151e561d66.
[11] £17,500: Operating profit, August 2026. gross profit £68,000 - overheads £50,500. Source: xero_pl_2026-08.json; approved adjustment accrual-aug-payroll. Metric operating_profit.month.actual, snapshot c952e4151e561d66.
[12] £2,700: Operating profit, August 2026, difference against budget. actual minus budget. Source: approved adjustment accrual-aug-payroll; xero_pl_2026-08.json; xero_budget.json. Metric operating_profit.month.vs_budget, snapshot c952e4151e561d66.
[13] 13.4%: Operating profit, August 2026, % change against budget. (actual - budget) / budget. Source: approved adjustment accrual-aug-payroll; xero_pl_2026-08.json; xero_budget.json. Metric operating_profit.month.vs_budget_pct, snapshot c952e4151e561d66.
[14] £250: Operating profit, August 2026, difference against prior year. actual minus prior year. Source: approved adjustment accrual-aug-payroll; xero_pl_2026-08.json; xero_pl_2025-08.json. Metric operating_profit.month.vs_py, snapshot c952e4151e561d66.
[15] 1.4%: Operating profit, August 2026, % change against prior year. (actual - prior year) / prior year. Source: approved adjustment accrual-aug-payroll; xero_pl_2026-08.json; xero_pl_2025-08.json. Metric operating_profit.month.vs_py_pct, snapshot c952e4151e561d66.
[16] £960,000: Revenue, year to date, 1 April to 31 August 2026. report section total. Source: xero_pl_ytd_2026-04_2026-08.json. Metric revenue.ytd.actual, snapshot c952e4151e561d66.
[17] £10,000: Revenue, year to date, 1 April to 31 August 2026, difference against budget. actual minus budget. Source: xero_pl_ytd_2026-04_2026-08.json; xero_budget.json. Metric revenue.ytd.vs_budget, snapshot c952e4151e561d66.
[18] 1.1%: Revenue, year to date, 1 April to 31 August 2026, % change against budget. (actual - budget) / budget. Source: xero_pl_ytd_2026-04_2026-08.json; xero_budget.json. Metric revenue.ytd.vs_budget_pct, snapshot c952e4151e561d66.
[19] £115,000: Revenue, year to date, 1 April to 31 August 2026, difference against prior year. actual minus prior year. Source: xero_pl_ytd_2026-04_2026-08.json; xero_pl_ytd_2025-04_2025-08.json. Metric revenue.ytd.vs_py, snapshot c952e4151e561d66.
[20] 13.6%: Revenue, year to date, 1 April to 31 August 2026, % change against prior year. (actual - prior year) / prior year. Source: xero_pl_ytd_2026-04_2026-08.json; xero_pl_ytd_2025-04_2025-08.json. Metric revenue.ytd.vs_py_pct, snapshot c952e4151e561d66.
[21] £111,000: Operating profit, year to date, 1 April to 31 August 2026. gross profit £365,000 - overheads £254,000. Source: xero_pl_ytd_2026-04_2026-08.json; approved adjustment accrual-aug-payroll. Metric operating_profit.ytd.actual, snapshot c952e4151e561d66.
[22] £10,000: Operating profit, year to date, 1 April to 31 August 2026, difference against budget. actual minus budget. Source: approved adjustment accrual-aug-payroll; xero_pl_ytd_2026-04_2026-08.json; xero_budget.json. Metric operating_profit.ytd.vs_budget, snapshot c952e4151e561d66.
[23] 9.9%: Operating profit, year to date, 1 April to 31 August 2026, % change against budget. (actual - budget) / budget. Source: approved adjustment accrual-aug-payroll; xero_pl_ytd_2026-04_2026-08.json; xero_budget.json. Metric operating_profit.ytd.vs_budget_pct, snapshot c952e4151e561d66.
[24] £34,125: Operating profit, year to date, 1 April to 31 August 2026, difference against prior year. actual minus prior year. Source: approved adjustment accrual-aug-payroll; xero_pl_ytd_2026-04_2026-08.json; xero_pl_ytd_2025-04_2025-08.json. Metric operating_profit.ytd.vs_py, snapshot c952e4151e561d66.
[25] 44.4%: Operating profit, year to date, 1 April to 31 August 2026, % change against prior year. (actual - prior year) / prior year. Source: approved adjustment accrual-aug-payroll; xero_pl_ytd_2026-04_2026-08.json; xero_pl_ytd_2025-04_2025-08.json. Metric operating_profit.ytd.vs_py_pct, snapshot c952e4151e561d66.
[26] 31.0%: Orchard Lane Foods: share of agency revenue, August 2026. client revenue / agency revenue. Source: xero_pl_by_client_2026-08.json; xero_pl_2026-08.json. Metric client.orchard-lane.share.month.actual, snapshot c952e4151e561d66.
[27] £62,000: Orchard Lane Foods: revenue, August 2026. Income, Client column. Source: xero_pl_by_client_2026-08.json. Metric client.orchard-lane.revenue.month.actual, snapshot c952e4151e561d66.
[28] £4,333: Orchard Lane Foods: revenue, August 2026 against its May to July average, difference. August minus three-month average. Source: xero_pl_by_client_2026-08.json. Metric client.orchard-lane.revenue.month.vs_avg3m, snapshot c952e4151e561d66.
[29] 7.5%: Orchard Lane Foods: revenue, August 2026 against its May to July average, % change. (August - average) / average. Source: xero_pl_by_client_2026-08.json. Metric client.orchard-lane.revenue.month.vs_avg3m_pct, snapshot c952e4151e561d66.
[30] £18,000: Marlow &amp; Finch: revenue, August 2026. Income, Client column. Source: xero_pl_by_client_2026-08.json. Metric client.marlow-finch.revenue.month.actual, snapshot c952e4151e561d66.
[31] £12,000: Marlow &amp; Finch: revenue, August 2026 against its May to July average, difference. August minus three-month average. Source: xero_pl_by_client_2026-08.json. Metric client.marlow-finch.revenue.month.vs_avg3m, snapshot c952e4151e561d66.
[32] 40.0%: Marlow &amp; Finch: revenue, August 2026 against its May to July average, % change. (August - average) / average. Source: xero_pl_by_client_2026-08.json. Metric client.marlow-finch.revenue.month.vs_avg3m_pct, snapshot c952e4151e561d66.
[33] 14.4%: Marlow &amp; Finch: share of agency revenue, year to date. client revenue / agency revenue. Source: xero_pl_by_client_ytd_2026.json; xero_pl_ytd_2026-04_2026-08.json. Metric client.marlow-finch.share.ytd.actual, snapshot c952e4151e561d66.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Lowther Studio Ltd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commentary, August 2026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for August came in at £200,000, above budget by £10,000 (5.3%) and up on last year by £30,000 (17.6%), while gross profit of £68,000 was below budget by £4,200 (5.8%) as gross margin slipped to 34.0%, down 4.0 percentage points against budget. Operating profit for August was £17,500, below budget by £2,700 (13.4%) and slightly down on last year by £250 (1.4%). Year to date the picture is stronger, with revenue of £960,000 above budget by £10,000 (1.1%) and up on last year by £115,000 (13.6%), and operating profit of £111,000 above budget by £10,000 (9.9%) and up on last year by £34,125 (44.4%). On clients, Orchard Lane Foods remained the largest account at 31.0% of August revenue, with its month's revenue of £62,000 above its May to July average by £4,333 (7.5%). Marlow &amp; Finch's August revenue of £18,000 was notably below its May to July average by £12,000 (40.0%), and its share of year-to-date revenue at 14.4% is worth watching alongside the other client movements this month.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508760"/>
          <a:ext cx="4206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58368"/>
                <a:gridCol w="621792"/>
                <a:gridCol w="621792"/>
                <a:gridCol w="658368"/>
                <a:gridCol w="548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year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to date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£200,000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£190,000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£170,000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£960,000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£950,000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£68,000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£72,200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£63,750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£365,000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£361,000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Overheads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£50,500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£52,000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£46,000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£254,000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£260,000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£17,500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£20,200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£17,750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£111,000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£101,000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agency, synthetic data. Prototype layout, not your master template. Released by Reviewer (demo), 3 Sep 2026, text dccd28984bd499a9.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Lowther Studio Ltd (fictional): management commentary, August 2026</dc:title>
  <dc:subject>PptxGenJS Presentation</dc:subject>
  <dc:creator>PptxGenJS</dc:creator>
  <cp:lastModifiedBy>PptxGenJS</cp:lastModifiedBy>
  <cp:revision>1</cp:revision>
  <dcterms:created xsi:type="dcterms:W3CDTF">2026-09-28T13:56:31Z</dcterms:created>
  <dcterms:modified xsi:type="dcterms:W3CDTF">2026-09-28T13:56:31Z</dcterms:modified>
</cp:coreProperties>
</file>